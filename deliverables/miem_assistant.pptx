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20c88405d4888" /><Relationship Type="http://schemas.openxmlformats.org/officeDocument/2006/relationships/extended-properties" Target="/docProps/app.xml" Id="R88911c609abb4af1" /><Relationship Type="http://schemas.openxmlformats.org/officeDocument/2006/relationships/officeDocument" Target="/ppt/presentation.xml" Id="R0681ff82c03e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1fc52c15049b2"/>
  </p:sldMasterIdLst>
  <p:notesMasterIdLst>
    <p:notesMasterId xmlns:r="http://schemas.openxmlformats.org/officeDocument/2006/relationships" r:id="Ra2a980c1374d400a"/>
  </p:notesMasterIdLst>
  <p:sldIdLst>
    <p:sldId xmlns:r="http://schemas.openxmlformats.org/officeDocument/2006/relationships" id="256" r:id="Rf164b47dcc0842d2"/>
    <p:sldId xmlns:r="http://schemas.openxmlformats.org/officeDocument/2006/relationships" id="257" r:id="R1f1f942c5f9f4235"/>
    <p:sldId xmlns:r="http://schemas.openxmlformats.org/officeDocument/2006/relationships" id="258" r:id="R430d824f07804f84"/>
    <p:sldId xmlns:r="http://schemas.openxmlformats.org/officeDocument/2006/relationships" id="259" r:id="Rac91606c25d74d6b"/>
    <p:sldId xmlns:r="http://schemas.openxmlformats.org/officeDocument/2006/relationships" id="260" r:id="R3e9b6d5b68e942df"/>
    <p:sldId xmlns:r="http://schemas.openxmlformats.org/officeDocument/2006/relationships" id="261" r:id="R3c413716de644b1e"/>
    <p:sldId xmlns:r="http://schemas.openxmlformats.org/officeDocument/2006/relationships" id="262" r:id="Rdb151bc062a343cc"/>
    <p:sldId xmlns:r="http://schemas.openxmlformats.org/officeDocument/2006/relationships" id="263" r:id="R2b8f82ce548542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020750760b4450" /><Relationship Type="http://schemas.openxmlformats.org/officeDocument/2006/relationships/slideMaster" Target="/ppt/slideMasters/slideMaster1.xml" Id="R4051fc52c15049b2" /><Relationship Type="http://schemas.openxmlformats.org/officeDocument/2006/relationships/notesMaster" Target="/ppt/notesMasters/notesMaster1.xml" Id="Ra2a980c1374d400a" /><Relationship Type="http://schemas.openxmlformats.org/officeDocument/2006/relationships/presProps" Target="/ppt/presProps.xml" Id="R4138b48c0b61409d" /><Relationship Type="http://schemas.openxmlformats.org/officeDocument/2006/relationships/tableStyles" Target="/ppt/tableStyles.xml" Id="R6179d2cc64af4f7f" /><Relationship Type="http://schemas.openxmlformats.org/officeDocument/2006/relationships/slide" Target="/ppt/slides/slide1.xml" Id="Rf164b47dcc0842d2" /><Relationship Type="http://schemas.openxmlformats.org/officeDocument/2006/relationships/slide" Target="/ppt/slides/slide2.xml" Id="R1f1f942c5f9f4235" /><Relationship Type="http://schemas.openxmlformats.org/officeDocument/2006/relationships/slide" Target="/ppt/slides/slide3.xml" Id="R430d824f07804f84" /><Relationship Type="http://schemas.openxmlformats.org/officeDocument/2006/relationships/slide" Target="/ppt/slides/slide4.xml" Id="Rac91606c25d74d6b" /><Relationship Type="http://schemas.openxmlformats.org/officeDocument/2006/relationships/slide" Target="/ppt/slides/slide5.xml" Id="R3e9b6d5b68e942df" /><Relationship Type="http://schemas.openxmlformats.org/officeDocument/2006/relationships/slide" Target="/ppt/slides/slide6.xml" Id="R3c413716de644b1e" /><Relationship Type="http://schemas.openxmlformats.org/officeDocument/2006/relationships/slide" Target="/ppt/slides/slide7.xml" Id="Rdb151bc062a343cc" /><Relationship Type="http://schemas.openxmlformats.org/officeDocument/2006/relationships/slide" Target="/ppt/slides/slide8.xml" Id="R2b8f82ce5485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f90b970704c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34f6a420024c6a" /><Relationship Type="http://schemas.openxmlformats.org/officeDocument/2006/relationships/notesMaster" Target="/ppt/notesMasters/notesMaster1.xml" Id="R2936e1dadd4e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b937c04b74fff" /><Relationship Type="http://schemas.openxmlformats.org/officeDocument/2006/relationships/notesMaster" Target="/ppt/notesMasters/notesMaster1.xml" Id="R5acce81937504c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4ac2bd7d14638" /><Relationship Type="http://schemas.openxmlformats.org/officeDocument/2006/relationships/notesMaster" Target="/ppt/notesMasters/notesMaster1.xml" Id="Ra09767573d504e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4749ec2f74dc7" /><Relationship Type="http://schemas.openxmlformats.org/officeDocument/2006/relationships/notesMaster" Target="/ppt/notesMasters/notesMaster1.xml" Id="R45f53b85e5a440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41e263dcfa4aa4" /><Relationship Type="http://schemas.openxmlformats.org/officeDocument/2006/relationships/notesMaster" Target="/ppt/notesMasters/notesMaster1.xml" Id="R8feeaf82a58b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19bf3a167b4dea" /><Relationship Type="http://schemas.openxmlformats.org/officeDocument/2006/relationships/notesMaster" Target="/ppt/notesMasters/notesMaster1.xml" Id="R45712196756e45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c41bd555644277" /><Relationship Type="http://schemas.openxmlformats.org/officeDocument/2006/relationships/notesMaster" Target="/ppt/notesMasters/notesMaster1.xml" Id="R447e0f54f7d9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fd4c4430bb4aa4" /><Relationship Type="http://schemas.openxmlformats.org/officeDocument/2006/relationships/notesMaster" Target="/ppt/notesMasters/notesMaster1.xml" Id="R6bf16c0422df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Ссылка на бот: https://t.me/miemhelpbot. Учебная область и год: https://www.hse.ru/ba/isct/courses?course=1.1.1.4&amp;page=1&amp;year=2026. Фото НИУ ВШЭ из новости 12 октября 2026: https://miem.hse.ru/ ; исходное изображение https://miem.hse.ru/data/2026/10/12/26933902/28.12.17mvk-k290.jpg . Фото используется как иллюстрация учебной работы, не как изображение разработчиков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 и miem_bot/telegram.py в https://github.com/stepan889/miem-freshman-assistant. Каталог ВШЭ: https://www.hse.ru/ba/isct/courses?course=1.1.1.4&amp;page=1&amp;year=2026. Число карточек подтверждено data/courses.json и data/SOURCES.md.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Код: miem_bot/ingest.py, retrieval.py, assistant.py, agent_api.py. Документация Agent API: https://agentapi.ru/docs/endpoints/chat-completions . Источники: https://github.com/stepan889/miem-freshman-assistant и https://www.hse.ru/ba/isct/courses?course=1.1.1.4&amp;page=1&amp;year=2026.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Обоснование архитектуры основано на размерах базы и реализации, это проектное решение. Код: https://github.com/stepan889/miem-freshman-assistant/blob/main/miem_bot/retrieval.py . Пример: deliverables/testing_30.md, D04, исходный сценарий 5. Формула: https://www.hse.ru/ba/isct/courses/1197128571.html#intermediate_certification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ответы: https://github.com/stepan889/miem-freshman-assistant/blob/main/deliverables/testing_30.md . Машиночитаемые результаты: testing_30.json. Полный архив 38 сценариев: evaluation/runs/. Запросы реальны, напрямую к Assistant.ask с Agent API. Telegram-доставка не измерялась. Демонстрационная выборка отобрана по заданию, не является случайной оценкой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Сценарии L01–L10 в https://github.com/stepan889/miem-freshman-assistant/blob/main/deliverables/testing_30.md. L06: раздел intermediate_certification математического анализа содержит 2027/2028, несмотря на заголовок карточки 2026/2027. L03: противоречивый вывод о прямой связи. L04: автор программы не равен преподавателю. L02: точная форма исходных цитат не сохранена, конкретная причина отказа валидатора не доказана.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разработчика, а не описание уже реализованных функций. Основание: ограничения и наблюдения в deliverables/testing_30.md. Закрытая LMS потребует отдельного разрешённого доступа и не обещается в двухдневном плане.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Открытый репозиторий: https://github.com/stepan889/miem-freshman-assistant. Инструкция: README.md. Тестирование: deliverables/testing_30.md. Бот: https://t.me/miemhelpbot. Ключи не входят в репозиторий. Поллинг требует работающего процесса. Презентация объясняет текущий прототип и его ограничения.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fe921ba8349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cc0400b384e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a1900c93e4c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323e083b242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cf066082f4c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8f8dbdc7247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E64390-087B-4BA0-9C04-349496F1A4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AD7597-1EF4-4A34-BA56-81C3AD55C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ACC86C-ABFC-4CDF-91A3-1A322EBD6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8525B2-19B1-4113-87FF-00FA403D3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D510B1-D016-4A4E-9330-F91067EA5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F262EC-3D6F-49EE-91D2-1EFFF5430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14C50C-4AF7-4A46-81B5-6A48699F1B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6E4BDE-9A54-49F2-8B65-34D2CCE8AE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2525C3-DB4B-438C-B811-B60DB1B6C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4C6A37-4BF1-4AC3-8EA0-7394802A0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8f8d9b41754014" /><Relationship Type="http://schemas.openxmlformats.org/officeDocument/2006/relationships/slideLayout" Target="/ppt/slideLayouts/slideLayout1.xml" Id="Ref0cbdfe324941d0" /><Relationship Type="http://schemas.openxmlformats.org/officeDocument/2006/relationships/slideLayout" Target="/ppt/slideLayouts/slideLayout2.xml" Id="R95a870bc0cd34279" /><Relationship Type="http://schemas.openxmlformats.org/officeDocument/2006/relationships/slideLayout" Target="/ppt/slideLayouts/slideLayout3.xml" Id="Rb841a164bd834eca" /><Relationship Type="http://schemas.openxmlformats.org/officeDocument/2006/relationships/slideLayout" Target="/ppt/slideLayouts/slideLayout4.xml" Id="R02cce2b2fa664035" /><Relationship Type="http://schemas.openxmlformats.org/officeDocument/2006/relationships/slideLayout" Target="/ppt/slideLayouts/slideLayout5.xml" Id="Rd0f69d4d9ac142e9" /><Relationship Type="http://schemas.openxmlformats.org/officeDocument/2006/relationships/slideLayout" Target="/ppt/slideLayouts/slideLayout6.xml" Id="Rda9562186800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0cbdfe324941d0"/>
    <p:sldLayoutId xmlns:r="http://schemas.openxmlformats.org/officeDocument/2006/relationships" id="2147483650" r:id="R95a870bc0cd34279"/>
    <p:sldLayoutId xmlns:r="http://schemas.openxmlformats.org/officeDocument/2006/relationships" id="2147483651" r:id="Rb841a164bd834eca"/>
    <p:sldLayoutId xmlns:r="http://schemas.openxmlformats.org/officeDocument/2006/relationships" id="2147483652" r:id="R02cce2b2fa664035"/>
    <p:sldLayoutId xmlns:r="http://schemas.openxmlformats.org/officeDocument/2006/relationships" id="2147483653" r:id="Rd0f69d4d9ac142e9"/>
    <p:sldLayoutId xmlns:r="http://schemas.openxmlformats.org/officeDocument/2006/relationships" id="2147483654" r:id="Rda9562186800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801b45b81444a" /><Relationship Type="http://schemas.openxmlformats.org/officeDocument/2006/relationships/hyperlink" Target="https://t.me/miemhelpbot" TargetMode="External" Id="R86741b24fa314636" /><Relationship Type="http://schemas.openxmlformats.org/officeDocument/2006/relationships/image" Target="/ppt/media/image.jpeg" Id="R322e487c684c49c5" /><Relationship Type="http://schemas.openxmlformats.org/officeDocument/2006/relationships/notesSlide" Target="/ppt/notesSlides/notesSlide1.xml" Id="R4724af05983246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fb3d479dc4d9f" /><Relationship Type="http://schemas.openxmlformats.org/officeDocument/2006/relationships/notesSlide" Target="/ppt/notesSlides/notesSlide2.xml" Id="R5a289d695dc44a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d989d37ea456b" /><Relationship Type="http://schemas.openxmlformats.org/officeDocument/2006/relationships/notesSlide" Target="/ppt/notesSlides/notesSlide3.xml" Id="Re54e62515fb0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398e383814b62" /><Relationship Type="http://schemas.openxmlformats.org/officeDocument/2006/relationships/hyperlink" Target="https://www.hse.ru/ba/isct/courses/1197128571.html#intermediate_certification" TargetMode="External" Id="Raf3f443c924a4cdb" /><Relationship Type="http://schemas.openxmlformats.org/officeDocument/2006/relationships/notesSlide" Target="/ppt/notesSlides/notesSlide4.xml" Id="Raee1bde0e265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888751d044026" /><Relationship Type="http://schemas.openxmlformats.org/officeDocument/2006/relationships/notesSlide" Target="/ppt/notesSlides/notesSlide5.xml" Id="Rf43bf33e9ca3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aab362e3d4424" /><Relationship Type="http://schemas.openxmlformats.org/officeDocument/2006/relationships/notesSlide" Target="/ppt/notesSlides/notesSlide6.xml" Id="Radc534d078474d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28eca559141dd" /><Relationship Type="http://schemas.openxmlformats.org/officeDocument/2006/relationships/notesSlide" Target="/ppt/notesSlides/notesSlide7.xml" Id="R10dfa8ad767d4d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7ca4d2cfc4408" /><Relationship Type="http://schemas.openxmlformats.org/officeDocument/2006/relationships/hyperlink" Target="https://github.com/stepan889/miem-freshman-assistant" TargetMode="External" Id="R37467f11196a4551" /><Relationship Type="http://schemas.openxmlformats.org/officeDocument/2006/relationships/hyperlink" Target="https://github.com/stepan889/miem-freshman-assistant/blob/main/deliverables/testing_30.md" TargetMode="External" Id="R6f418fcd23d4409e" /><Relationship Type="http://schemas.openxmlformats.org/officeDocument/2006/relationships/hyperlink" Target="https://t.me/miemhelpbot" TargetMode="External" Id="R7dd6e301e6df401b" /><Relationship Type="http://schemas.openxmlformats.org/officeDocument/2006/relationships/notesSlide" Target="/ppt/notesSlides/notesSlide8.xml" Id="Rceca48844319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604E6-51B7-44AD-BEAC-768573B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5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Помощник</a:t>
            </a:r>
          </a:p>
          <a:p xmlns:a="http://schemas.openxmlformats.org/drawingml/2006/main">
            <a:pPr algn="l">
              <a:defRPr sz="45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первокурсника ИВТ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62535-2AC7-48F8-9818-2BF64BFD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Telegram-бот по программам дисциплин</a:t>
            </a:r>
          </a:p>
          <a:p xmlns:a="http://schemas.openxmlformats.org/drawingml/2006/main">
            <a:pPr algn="l">
              <a:defRPr sz="210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МИЭМ НИУ ВШЭ, 2026/2027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F9EB5-933A-4A76-AB69-34DE5F7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658D6"/>
                </a:solidFill>
                <a:latin typeface="Arial"/>
                <a:ea typeface="Arial"/>
                <a:cs typeface="Arial"/>
                <a:hlinkClick xmlns:r="http://schemas.openxmlformats.org/officeDocument/2006/relationships" r:id="R86741b24fa314636"/>
              </a:rPr>
              <a:t>@miemhelpbot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D4EE2-99AC-4606-B658-3BBFB782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Прототип и результаты тестирования</a:t>
            </a:r>
          </a:p>
          <a:p xmlns:a="http://schemas.openxmlformats.org/drawingml/2006/main">
            <a:pPr algn="l">
              <a:defRPr sz="17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14 октября 2026 года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A43C4-B0AF-417E-BC05-549449C4A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e487c684c49c5"/>
          <a:stretch xmlns:a="http://schemas.openxmlformats.org/drawingml/2006/main"/>
        </p:blipFill>
        <p:spPr>
          <a:xfrm xmlns:a="http://schemas.openxmlformats.org/drawingml/2006/main">
            <a:off x="7010400" y="1885950"/>
            <a:ext cx="45720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94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26DFE-717E-4FEE-BAE2-B9E0EAD8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Что умеет помощник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5C414-0DA5-499D-A0C1-E827EEF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Темы и результаты обучения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8B9A9-802D-4084-9FCF-7E930B04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Краткий ответ по содержанию программы.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9FF72-0F86-4ADC-8CA8-B7BBD264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Оценивание и литература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D4412-9FD1-4919-BB7A-D9CCFF11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Формулы по модулям и рекомендованные книги</a:t>
            </a:r>
          </a:p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со ссылками на соответствующие разделы.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E905C-5404-4FF3-B24E-B408418B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Выбор дисциплины и диалог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F49E7-DC36-4D28-93ED-057422EB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Меню вариантов программы и уточняющие вопросы.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8502F-A23D-4E8B-87EB-92944732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38300"/>
            <a:ext cx="3143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60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60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1658D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90BE3-54A4-4845-9F9D-81D06C17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публичных карточек</a:t>
            </a:r>
          </a:p>
          <a:p xmlns:a="http://schemas.openxmlformats.org/drawingml/2006/main">
            <a:pPr algn="l">
              <a:defRPr sz="22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дисциплин первого курса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56A89-0ECC-4507-BE7B-027DAB55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Каталог 2026/2027</a:t>
            </a:r>
          </a:p>
          <a:p xmlns:a="http://schemas.openxmlformats.org/drawingml/2006/main">
            <a:pPr algn="l">
              <a:defRPr sz="187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Обычные и углублённые</a:t>
            </a:r>
          </a:p>
          <a:p xmlns:a="http://schemas.openxmlformats.org/drawingml/2006/main">
            <a:pPr algn="l">
              <a:defRPr sz="187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варианты хранятся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659435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42CBC-A00E-4817-8B87-42E23EA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Как формируется ответ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AE19A-4B72-471A-8043-B08303BB6A5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код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1. Программы ВШЭ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Проходит обе страницы каталога и проверяет курс и год карточки.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2. Маршрутизация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DeepSeek выбирает дисциплины и разделы по вопросу и истории.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3. Локальный поиск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BM25 с русским стеммингом выбирает фрагменты программ.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4. Подготовка ответа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Agent API и DeepSeek V4 Flash отвечают по найденным фрагментам.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5. Источники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Код проверяет идентификаторы цитат и добавляет ссылки на ВШЭ.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74B7F-FC02-4920-9A31-DE5835E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Существующая ссылка ещё не доказывает правильность вывода модели.</a:t>
            </a:r>
          </a:p>
        </p:txBody>
      </p:sp>
    </p:spTree>
    <p:extLst>
      <p:ext uri="{BB962C8B-B14F-4D97-AF65-F5344CB8AC3E}">
        <p14:creationId xmlns:p14="http://schemas.microsoft.com/office/powerpoint/2010/main" val="677022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CBCEB-2BDC-4DF5-B4C7-E7B4C173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Почему поиск по программам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47322-B978-465C-AD80-86A9129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Ответ можно проверить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E5844-521B-4F24-90F1-72558053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52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Вопрос связывается с конкретным разделом</a:t>
            </a:r>
          </a:p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программы и его официальным URL.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51C5A-8C06-4082-87D2-E58A3583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Небольшой объём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72441-C478-4E9F-9323-7E0F1DB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Для 25 карточек достаточно локального поиска.</a:t>
            </a:r>
          </a:p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Отдельная векторная база не нужна.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47E11-9E8E-44D0-AD6D-84E20020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Модель получает найденные сведения,</a:t>
            </a:r>
          </a:p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а код формирует ссылки из сохранённой базы.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B9D29-AF4D-4C8B-9669-A7ED325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Пример рабочего ответа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87E2A-31E5-4608-8645-BE45B41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4714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Какой вес экзамена по обычной</a:t>
            </a:r>
          </a:p>
          <a:p xmlns:a="http://schemas.openxmlformats.org/drawingml/2006/main">
            <a:pPr algn="l">
              <a:defRPr sz="210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алгебре во втором модуле?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7D80E-897B-4298-8DE4-738551A9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4714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625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58D6"/>
                </a:solidFill>
                <a:latin typeface="Arial"/>
                <a:ea typeface="Arial"/>
                <a:cs typeface="Arial"/>
              </a:rPr>
              <a:t>0.5 × Промежуточный экзамен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D0B68-0D57-4DED-9E17-5A60A47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658D6"/>
                </a:solidFill>
                <a:latin typeface="Arial"/>
                <a:ea typeface="Arial"/>
                <a:cs typeface="Arial"/>
                <a:hlinkClick xmlns:r="http://schemas.openxmlformats.org/officeDocument/2006/relationships" r:id="Raf3f443c924a4cdb"/>
              </a:rPr>
              <a:t>Источник: промежуточная аттестация</a:t>
            </a:r>
            <a:br>
              <a:rPr sz="1800">
                <a:solidFill>
                  <a:srgbClr val="1658D6"/>
                </a:solidFill>
                <a:latin typeface="Arial"/>
                <a:ea typeface="Arial"/>
                <a:cs typeface="Arial"/>
                <a:hlinkClick xmlns:r="http://schemas.openxmlformats.org/officeDocument/2006/relationships" r:id="Raf3f443c924a4cdb"/>
              </a:rPr>
            </a:br>
            <a:r>
              <a:rPr sz="1800">
                <a:solidFill>
                  <a:srgbClr val="1658D6"/>
                </a:solidFill>
                <a:latin typeface="Arial"/>
                <a:ea typeface="Arial"/>
                <a:cs typeface="Arial"/>
                <a:hlinkClick xmlns:r="http://schemas.openxmlformats.org/officeDocument/2006/relationships" r:id="Raf3f443c924a4cdb"/>
              </a:rPr>
              <a:t>«Алгебра и геометрия»</a:t>
            </a:r>
          </a:p>
        </p:txBody>
      </p:sp>
    </p:spTree>
    <p:extLst>
      <p:ext uri="{BB962C8B-B14F-4D97-AF65-F5344CB8AC3E}">
        <p14:creationId xmlns:p14="http://schemas.microsoft.com/office/powerpoint/2010/main" val="155004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99D06-7A5A-4A28-8701-50AF676E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Тестирование на 30 вопросах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77168-8601-4BE7-A3DC-E989B446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1658D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5CFD6-7EEF-4125-9DBC-F7389F2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Рабочие сценарии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11210-D616-4DE0-88F8-E59C63B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000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Темы, формулы, литература, кредиты</a:t>
            </a:r>
          </a:p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и продолжение диалога в выбранном курсе.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3F207-2215-4EAE-AC09-C82DF313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049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0" b="1">
                <a:solidFill>
                  <a:srgbClr val="B75A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B75A19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75A1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EF8F7-178D-4142-ABEE-9E4D749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Недостатки и ограничения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EE255-9C7C-4CFA-A58D-977B5CD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8 наблюдаемых недостатков ответа или логики.</a:t>
            </a:r>
          </a:p>
          <a:p xmlns:a="http://schemas.openxmlformats.org/drawingml/2006/main">
            <a:pPr algn="l">
              <a:defRPr sz="1950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2 запроса, для которых в базе нет данных.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5CD3B-7729-4F57-BC4C-09CE30BC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Реальные ответы сохранены без редактирования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820F8-B643-4939-A573-27D936BC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Набор отобран из 38 сценариев для демонстрации. Это не оценка общей 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398434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4D17-37DB-4C77-BE74-6799E3A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Где решение ошибается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1C251-39E4-4510-B521-CA325E2CFDB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258175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Недостаток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Наблюдение из тестов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Учебный год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Внутри карточки остаётся формула 2027/2028. Бот выходит за заданный год.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Смысл источника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Бот смешивает автора с преподавателем и противоречит прямой связи из аннотации.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Выбор дисциплины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Повторно уточняет уже указанный вариант. Выбор меню перекрывает название в вопросе.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Цитаты и охват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Вместо сравнения выдаёт ошибку ссылок. Для пяти предметов описывает только четыре.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605EE-430D-4DAC-901B-C3083AD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3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377"/>
                </a:solidFill>
                <a:latin typeface="Arial"/>
                <a:ea typeface="Arial"/>
                <a:cs typeface="Arial"/>
              </a:rPr>
              <a:t>Расписание и тексты учебников также остаются за пределами базы.</a:t>
            </a:r>
          </a:p>
        </p:txBody>
      </p:sp>
    </p:spTree>
    <p:extLst>
      <p:ext uri="{BB962C8B-B14F-4D97-AF65-F5344CB8AC3E}">
        <p14:creationId xmlns:p14="http://schemas.microsoft.com/office/powerpoint/2010/main" val="1923333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C745B-D438-4A72-8180-4191E4CC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Что улучшить за два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E4D30-31EB-41B2-A16C-6997B3DF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8D6"/>
                </a:solidFill>
                <a:latin typeface="Arial"/>
                <a:ea typeface="Arial"/>
                <a:cs typeface="Arial"/>
              </a:rPr>
              <a:t>Первый день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4BB9B-EE2C-4060-8BFE-ED50A58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Фильтр года в формулах и разделах.</a:t>
            </a:r>
          </a:p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Проверка области вопроса до модели.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D0DE7-AFAD-4184-9129-EAFC6F34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095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Распознавание варианта курса.</a:t>
            </a:r>
          </a:p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Предупреждение о конфликте меню с вопросом.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94F42-8E3C-4E4D-8F53-B16AC6FE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Преподаватели и авторы в разных полях.</a:t>
            </a:r>
          </a:p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Проверка выводов на противоречия.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B659C-7347-4903-A676-1C99AD33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8D6"/>
                </a:solidFill>
                <a:latin typeface="Arial"/>
                <a:ea typeface="Arial"/>
                <a:cs typeface="Arial"/>
              </a:rPr>
              <a:t>Второй день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191D4-FF40-4F56-92C6-E1563768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Нормализация цитат и проверки</a:t>
            </a:r>
          </a:p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на всех найденных ошибках.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C27B-B236-4058-BF97-C5AB9A7D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Поиск по смыслу.</a:t>
            </a:r>
          </a:p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Проверка полноты сравнения дисциплин.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84ACE-1EC3-488C-8ACB-D06AC133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Обновление снимка программ.</a:t>
            </a:r>
          </a:p>
          <a:p xmlns:a="http://schemas.openxmlformats.org/drawingml/2006/main">
            <a:pPr algn="l">
              <a:defRPr sz="19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Предупреждение о лимите сравнения.</a:t>
            </a:r>
          </a:p>
        </p:txBody>
      </p:sp>
    </p:spTree>
    <p:extLst>
      <p:ext uri="{BB962C8B-B14F-4D97-AF65-F5344CB8AC3E}">
        <p14:creationId xmlns:p14="http://schemas.microsoft.com/office/powerpoint/2010/main" val="1393080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8D109-0FB3-4E8E-AE7B-C7F307A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Запуск и материалы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59D0C-EF5B-4E1E-A25D-517248A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Открытый репозиторий с кодом и инструкцией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254E1-4772-437D-B570-8F48E750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658D6"/>
                </a:solidFill>
                <a:latin typeface="Arial"/>
                <a:ea typeface="Arial"/>
                <a:cs typeface="Arial"/>
                <a:hlinkClick xmlns:r="http://schemas.openxmlformats.org/officeDocument/2006/relationships" r:id="R37467f11196a4551"/>
              </a:rPr>
              <a:t>https://github.com/stepan889/miem-freshman-assistant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DC996-B5CE-452D-92E4-DA217A72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1. Установить зависимости по README.</a:t>
            </a:r>
          </a:p>
          <a:p xmlns:a="http://schemas.openxmlformats.org/drawingml/2006/main">
            <a:pPr algn="l"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2. Создать .env из .env.example и заполнить два ключа.</a:t>
            </a:r>
          </a:p>
          <a:p xmlns:a="http://schemas.openxmlformats.org/drawingml/2006/main">
            <a:pPr algn="l">
              <a:defRPr sz="21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3. Запустить: python -m miem_bot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97ED3-31B7-41D2-A2F8-503348F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658D6"/>
                </a:solidFill>
                <a:latin typeface="Arial"/>
                <a:ea typeface="Arial"/>
                <a:cs typeface="Arial"/>
                <a:hlinkClick xmlns:r="http://schemas.openxmlformats.org/officeDocument/2006/relationships" r:id="R6f418fcd23d4409e"/>
              </a:rPr>
              <a:t>Результаты: deliverables/testing_30.md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E58FA-972A-4FC8-8165-5E638140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658D6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658D6"/>
                </a:solidFill>
                <a:latin typeface="Arial"/>
                <a:ea typeface="Arial"/>
                <a:cs typeface="Arial"/>
                <a:hlinkClick xmlns:r="http://schemas.openxmlformats.org/officeDocument/2006/relationships" r:id="R7dd6e301e6df401b"/>
              </a:rPr>
              <a:t>Telegram: @miemhelpbot</a:t>
            </a:r>
          </a:p>
        </p:txBody>
      </p:sp>
    </p:spTree>
    <p:extLst>
      <p:ext uri="{BB962C8B-B14F-4D97-AF65-F5344CB8AC3E}">
        <p14:creationId xmlns:p14="http://schemas.microsoft.com/office/powerpoint/2010/main" val="1658129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2026-10-14T18:05:02.2110000Z</dcterms:created>
  <dcterms:modified xsi:type="dcterms:W3CDTF">2026-10-14T18:05:02.2110000Z</dcterms:modified>
</coreProperties>
</file>